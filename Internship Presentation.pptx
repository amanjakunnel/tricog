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/>
    <p:restoredTop sz="95100"/>
  </p:normalViewPr>
  <p:slideViewPr>
    <p:cSldViewPr snapToGrid="0" snapToObjects="1">
      <p:cViewPr varScale="1">
        <p:scale>
          <a:sx n="141" d="100"/>
          <a:sy n="141" d="100"/>
        </p:scale>
        <p:origin x="216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7/28/21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7/28/21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77E18-877D-9A40-854C-61E5435DC6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Internship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1E4AB-66D6-A947-A6C8-701CF5795F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Alex Michael Manjakunnel @ Tricog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CA5B90-3A25-C945-996E-4C44FB0AE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573" y="1738585"/>
            <a:ext cx="3463099" cy="94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71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791AC-8AFA-FA4E-B704-43E7CEE47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F126E-2DC3-5346-800D-444144257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 Language Used: Python</a:t>
            </a:r>
          </a:p>
          <a:p>
            <a:r>
              <a:rPr lang="en-US" dirty="0"/>
              <a:t>Field of Study: Machine Learning</a:t>
            </a:r>
          </a:p>
          <a:p>
            <a:r>
              <a:rPr lang="en-US" dirty="0"/>
              <a:t>Dataset: MIT-BIH Arrhythmia Database (</a:t>
            </a:r>
            <a:r>
              <a:rPr lang="en-US" dirty="0" err="1"/>
              <a:t>Physionet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11475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F3662-9A33-9F43-B083-787C18C6C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MIT-BIH Arrhythmia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9B2CC-4CEB-A34F-8AB8-EAC0166AC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1446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174</TotalTime>
  <Words>31</Words>
  <Application>Microsoft Macintosh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Century Gothic</vt:lpstr>
      <vt:lpstr>Mesh</vt:lpstr>
      <vt:lpstr>Internship presentation</vt:lpstr>
      <vt:lpstr>Introduction</vt:lpstr>
      <vt:lpstr>MIT-BIH Arrhythmia Database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</cp:revision>
  <dcterms:created xsi:type="dcterms:W3CDTF">2021-07-19T17:45:05Z</dcterms:created>
  <dcterms:modified xsi:type="dcterms:W3CDTF">2021-07-28T11:55:31Z</dcterms:modified>
</cp:coreProperties>
</file>